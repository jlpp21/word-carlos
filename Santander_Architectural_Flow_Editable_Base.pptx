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46" d="100"/>
          <a:sy n="46" d="100"/>
        </p:scale>
        <p:origin x="960" y="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clean_corporate_infographic_diagram_slide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504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Personalizado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Jorge Luis Perez Paredes  </cp:lastModifiedBy>
  <cp:revision>2</cp:revision>
  <dcterms:created xsi:type="dcterms:W3CDTF">2013-01-27T09:14:16Z</dcterms:created>
  <dcterms:modified xsi:type="dcterms:W3CDTF">2026-04-30T14:20:30Z</dcterms:modified>
  <cp:category/>
</cp:coreProperties>
</file>